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457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基于SpringBoot + Vue + MySQL的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校园失物招领平台设计与实现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《Web框架与项目实训》课程答辩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《Web框架与项目实训》课程答辩</a:t>
            </a:r>
            <a:endParaRPr lang="en-US" sz="16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答辩提纲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一、项目概述 —— 背景、目的与技术栈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二、需求分析 —— 功能需求与非功能需求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三、系统设计 —— 架构设计、功能模块、接口规范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四、数据库设计 —— E-R图与五张核心数据表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五、详细实现 —— 后端分层、前端组件、核心功能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六、系统测试 —— 功能测试与兼容性测试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七、总结展望 —— 项目总结与未来改进方向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项目背景：高校校园规模扩大，传统失物招领方式效率低下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开发目的：提供便捷的失物信息发布与查询渠道，提升信息匹配效率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技术架构：标准前后端分离 —— SpringBoot + Vue2 + MySQL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前端技术：Vue2 + Vue Router + Vuex + Element UI + Axios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后端技术：SpringBoot + MyBatis + PageHelper + Maven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数据库：MySQL 5.7+，五张核心数据表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技术栈一览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SpringBoot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2.7.18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RESTful API框架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MyBatis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2.3.1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ORM持久层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Vue.js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2.7.14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渐进式JS框架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Element UI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2.15.14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Vue组件库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5.7+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关系型数据库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Maven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3.6+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依赖管理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二、需求分析 —— 功能需求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E8F0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前台用户端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用户注册/登录/个人中心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首页失物列表展示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分类筛选与关键词搜索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发布寻物/招领信息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上传物品图片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留言互动功能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个人发布管理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后台管理员端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管理员登录与密码修改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用户管理（启用/禁用）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信息审核（通过/驳回/删除）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分类管理（增删改）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公告管理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数据统计展示</a:t>
            </a:r>
            <a:endParaRPr lang="en-US" sz="16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三、系统设计 —— 架构设计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采用标准前后端分离架构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前端：Vue2 SPA单页应用，Element UI组件库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后端：SpringBoot RESTful API，Controller-Service-Mapper三层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数据交互：JSON格式，统一Result封装（code/msg/data）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跨域处理：后端CORS全局配置 + 前端Vue代理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图片存储：本地文件系统 + 静态资源映射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接口设计规范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/user/**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用户相关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/user/login, /user/register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/category/**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/category/list, /category/save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/goods/**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失物信息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/goods/list, /goods/audit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/comment/**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留言管理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/comment/add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/notice/**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公告管理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/notice/list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/stat/**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数据统计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/stat/overview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/file/**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文件上传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/file/upload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四、数据库设计 —— 核心表结构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用户表：id, username, password, nickname, phone, role, status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分类表：id, name, sort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lost_goods 失物信息表（核心）：id, title, image, category_id, place, lost_time, description, type, user_id, audit_status, create_time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comment 留言表：id, goods_id, content, user_id, create_time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notice 公告表：id, title, content, create_time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关系：User 1:N LostGoods, Category 1:N LostGoods, LostGoods 1:N Comment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五、详细实现 —— 后端分层架构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Entity层：5个实体类，对应数据库表结构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Mapper层：5个接口 + XML映射文件，实现SQL与Java对象映射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Service层：5个服务类，封装业务逻辑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Controller层：7个控制器，处理HTTP请求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统一返回：Result&lt;T&gt;封装，code=200成功，其他为失败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跨域配置：WebConfig.addCorsMappings全局放开CORS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五、详细实现 —— 前端架构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Router：hash模式路由，配置前台/后台两套路由体系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Vuex：全局状态管理，用户登录状态持久化到localStorage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Axios封装：request.js统一配置拦截器，/api走Vue代理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UI：el-table表格、el-form表单、el-dialog弹窗、el-pagination分页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路由守卫：meta.auth控制登录权限，meta.admin控制管理员权限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组件化：前台8个页面 + 后台7个页面，共15个视图组件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五、核心功能实现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E8F0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注册校验用户名唯一性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登录校验+账号状态检查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Vuex状态持久化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路由守卫权限控制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E8F0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失物管理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发布默认待审核(audit_status=0)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管理员审核后前台展示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图片上传+静态资源映射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PageHelper分页查询</a:t>
            </a:r>
            <a:endParaRPr lang="en-US" sz="16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六、系统测试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测试环境：Ubuntu 22.04 / JDK 1.8 / Node.js 18+ / MySQL 8.0 / Chrome 120+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功能测试：注册、登录、发布、搜索、审核、留言等10项核心功能全部通过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兼容性测试：Chrome、Firefox、Edge浏览器正常访问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接口测试：Postman验证所有API返回格式正确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测试结果：前台功能完整，后台管理流畅，数据库读写正常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项目总结：成功实现校园失物招领平台，掌握前后端分离开发全流程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技术收获：SpringBoot RESTful API、MyBatis ORM、Vue2组件化、Element UI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不足之处：密码明文存储、缺少实时通知、未做移动端适配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未来改进：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 — 引入Spring Security + JWT实现安全认证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 — 集成WebSocket实现实时消息推送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 — 开发微信小程序移动端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 — 引入Redis缓存提升性能</a:t>
            </a:r>
            <a:endParaRPr lang="en-US" sz="1800" dirty="0"/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9144000" cy="457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欢迎批评指正</a:t>
            </a:r>
            <a:endParaRPr lang="en-US" sz="24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/>
            </a:r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基于SpringBoot + Vue + MySQL的校园失物招领平台设计与实现</dc:title>
  <dc:subject>Web框架与项目实训答辩PPT</dc:subject>
  <dc:creator>校园失物招领平台</dc:creator>
  <cp:lastModifiedBy>校园失物招领平台</cp:lastModifiedBy>
  <cp:revision>1</cp:revision>
  <dcterms:created xsi:type="dcterms:W3CDTF">2026-06-23T05:20:15Z</dcterms:created>
  <dcterms:modified xsi:type="dcterms:W3CDTF">2026-06-23T05:20:15Z</dcterms:modified>
</cp:coreProperties>
</file>